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800"/>
      </a:lvl1pPr>
    </p:bodyStyle>
    <p:otherStyle>
      <a:lvl1pPr>
        <a:defRPr sz="1800"/>
      </a:lvl1pPr>
    </p:otherStyle>
  </p:txStyles>
</p:sldMaster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